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0FCC8-FAC7-45A2-933C-334ADC3A30DE}" v="11" dt="2026-09-02T05:20:45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d Ahmed Jokhio" userId="eadd06c7dfac51e3" providerId="LiveId" clId="{A18697BE-9B40-47AD-B10A-1ED8A9BDB764}"/>
    <pc:docChg chg="undo custSel modSld">
      <pc:chgData name="Naveed Ahmed Jokhio" userId="eadd06c7dfac51e3" providerId="LiveId" clId="{A18697BE-9B40-47AD-B10A-1ED8A9BDB764}" dt="2026-09-02T05:20:39.069" v="101" actId="20577"/>
      <pc:docMkLst>
        <pc:docMk/>
      </pc:docMkLst>
      <pc:sldChg chg="modSp mod">
        <pc:chgData name="Naveed Ahmed Jokhio" userId="eadd06c7dfac51e3" providerId="LiveId" clId="{A18697BE-9B40-47AD-B10A-1ED8A9BDB764}" dt="2026-09-02T05:20:39.069" v="101" actId="20577"/>
        <pc:sldMkLst>
          <pc:docMk/>
          <pc:sldMk cId="0" sldId="256"/>
        </pc:sldMkLst>
        <pc:spChg chg="mod">
          <ac:chgData name="Naveed Ahmed Jokhio" userId="eadd06c7dfac51e3" providerId="LiveId" clId="{A18697BE-9B40-47AD-B10A-1ED8A9BDB764}" dt="2026-09-01T18:04:23.563" v="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2T05:20:39.069" v="10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4:25.584" v="4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Naveed Ahmed Jokhio" userId="eadd06c7dfac51e3" providerId="LiveId" clId="{A18697BE-9B40-47AD-B10A-1ED8A9BDB764}" dt="2026-09-01T18:08:04.813" v="40" actId="20577"/>
        <pc:sldMkLst>
          <pc:docMk/>
          <pc:sldMk cId="0" sldId="257"/>
        </pc:sldMkLst>
        <pc:spChg chg="mod">
          <ac:chgData name="Naveed Ahmed Jokhio" userId="eadd06c7dfac51e3" providerId="LiveId" clId="{A18697BE-9B40-47AD-B10A-1ED8A9BDB764}" dt="2026-09-01T18:08:04.813" v="4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4:35.475" v="18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4:46.909" v="19" actId="20577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Naveed Ahmed Jokhio" userId="eadd06c7dfac51e3" providerId="LiveId" clId="{A18697BE-9B40-47AD-B10A-1ED8A9BDB764}" dt="2026-09-01T18:04:56.267" v="21" actId="20577"/>
        <pc:sldMkLst>
          <pc:docMk/>
          <pc:sldMk cId="0" sldId="259"/>
        </pc:sldMkLst>
        <pc:spChg chg="mod">
          <ac:chgData name="Naveed Ahmed Jokhio" userId="eadd06c7dfac51e3" providerId="LiveId" clId="{A18697BE-9B40-47AD-B10A-1ED8A9BDB764}" dt="2026-09-01T18:04:56.267" v="21" actId="20577"/>
          <ac:spMkLst>
            <pc:docMk/>
            <pc:sldMk cId="0" sldId="259"/>
            <ac:spMk id="15" creationId="{00000000-0000-0000-0000-000000000000}"/>
          </ac:spMkLst>
        </pc:spChg>
      </pc:sldChg>
      <pc:sldChg chg="delSp modSp mod">
        <pc:chgData name="Naveed Ahmed Jokhio" userId="eadd06c7dfac51e3" providerId="LiveId" clId="{A18697BE-9B40-47AD-B10A-1ED8A9BDB764}" dt="2026-09-01T18:08:41.912" v="43" actId="20577"/>
        <pc:sldMkLst>
          <pc:docMk/>
          <pc:sldMk cId="0" sldId="261"/>
        </pc:sldMkLst>
        <pc:spChg chg="del mod">
          <ac:chgData name="Naveed Ahmed Jokhio" userId="eadd06c7dfac51e3" providerId="LiveId" clId="{A18697BE-9B40-47AD-B10A-1ED8A9BDB764}" dt="2026-09-01T18:06:46.082" v="29" actId="21"/>
          <ac:spMkLst>
            <pc:docMk/>
            <pc:sldMk cId="0" sldId="261"/>
            <ac:spMk id="8" creationId="{00000000-0000-0000-0000-000000000000}"/>
          </ac:spMkLst>
        </pc:spChg>
        <pc:spChg chg="del">
          <ac:chgData name="Naveed Ahmed Jokhio" userId="eadd06c7dfac51e3" providerId="LiveId" clId="{A18697BE-9B40-47AD-B10A-1ED8A9BDB764}" dt="2026-09-01T18:06:50.710" v="30" actId="21"/>
          <ac:spMkLst>
            <pc:docMk/>
            <pc:sldMk cId="0" sldId="261"/>
            <ac:spMk id="9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6:59.661" v="3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7:08.350" v="3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7:37.719" v="37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7:25.166" v="35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8:41.912" v="43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Naveed Ahmed Jokhio" userId="eadd06c7dfac51e3" providerId="LiveId" clId="{A18697BE-9B40-47AD-B10A-1ED8A9BDB764}" dt="2026-09-01T18:07:30.438" v="36" actId="1076"/>
          <ac:spMkLst>
            <pc:docMk/>
            <pc:sldMk cId="0" sldId="261"/>
            <ac:spMk id="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4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PEARLS AQI PREDICTOR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99796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K" sz="2400" b="1" dirty="0">
                <a:solidFill>
                  <a:schemeClr val="bg1"/>
                </a:solidFill>
              </a:rPr>
              <a:t>An End-to-End Serverless MLOps Pipeline for 3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PK" sz="2400" b="1" dirty="0">
                <a:solidFill>
                  <a:schemeClr val="bg1"/>
                </a:solidFill>
              </a:rPr>
              <a:t>Day</a:t>
            </a:r>
            <a:r>
              <a:rPr lang="en-US" sz="2400" b="1" dirty="0">
                <a:solidFill>
                  <a:schemeClr val="bg1"/>
                </a:solidFill>
              </a:rPr>
              <a:t>s</a:t>
            </a:r>
            <a:r>
              <a:rPr lang="en-PK" sz="2400" b="1" dirty="0">
                <a:solidFill>
                  <a:schemeClr val="bg1"/>
                </a:solidFill>
              </a:rPr>
              <a:t> Air Quality Forecasting</a:t>
            </a:r>
            <a:endParaRPr lang="en-PK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serverless, end-to-end MLOps pipeline that predicts the Air Quality Index three days ahead for six major Pakistani cities fully automated, from data collection to a live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055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6" name="Image 0" descr="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88" y="4681728"/>
            <a:ext cx="420624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6959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sk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328" y="4681728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7863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2" descr="icons/tensor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368" y="4681728"/>
            <a:ext cx="420624" cy="4206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8767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3" descr="icons/bigque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1408" y="4681728"/>
            <a:ext cx="420624" cy="42062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69671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4" descr="icons/github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4681728"/>
            <a:ext cx="420624" cy="42062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90575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5" descr="icons/streaml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9488" y="4681728"/>
            <a:ext cx="420624" cy="42062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11479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6" descr="icons/flas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8528" y="4681728"/>
            <a:ext cx="420624" cy="42062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32383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7" descr="icons/sh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7568" y="4681728"/>
            <a:ext cx="420624" cy="420624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0532872" y="4507992"/>
            <a:ext cx="768096" cy="768096"/>
          </a:xfrm>
          <a:prstGeom prst="ellipse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2" name="Image 8" descr="icons/g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608" y="4681728"/>
            <a:ext cx="420624" cy="42062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Naveed Jokhio  ·  Data Sciences Intern, 10Pearls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Challenge, and How I Solved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problems encountered along the way, and the engineering decisions that addressed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12080" cy="5074920"/>
          </a:xfrm>
          <a:prstGeom prst="roundRect">
            <a:avLst>
              <a:gd name="adj" fmla="val 2162"/>
            </a:avLst>
          </a:prstGeom>
          <a:solidFill>
            <a:srgbClr val="0F1B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126480" y="1463040"/>
            <a:ext cx="5212080" cy="5074920"/>
          </a:xfrm>
          <a:prstGeom prst="roundRect">
            <a:avLst>
              <a:gd name="adj" fmla="val 2162"/>
            </a:avLst>
          </a:prstGeom>
          <a:solidFill>
            <a:srgbClr val="EEF0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5156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24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D9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377440"/>
            <a:ext cx="402336" cy="40233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350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live data for Cities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00200" y="27066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AQICN's own station-search and map APIs confirmed there was no active ground station covering Karachi or Sindh at 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3749040"/>
            <a:ext cx="402336" cy="40233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05156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721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store was down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Hopsworks, the original plan, reported an active platform outage affecting data ingestion during setup.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5120640"/>
            <a:ext cx="402336" cy="40233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051560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5093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automation or trust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00200" y="54498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re-running scripts meant no schedule, no failure handling, and results going stale within hours.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377440"/>
            <a:ext cx="402336" cy="402336"/>
          </a:xfrm>
          <a:prstGeom prst="ellipse">
            <a:avLst/>
          </a:prstGeom>
          <a:solidFill>
            <a:srgbClr val="3FAE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5379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350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Switched to OpenWeather API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27066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OpenWeather's satellite-based Air Pollution API gave reliable, current coverage for all six target cities, plus real historical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749040"/>
            <a:ext cx="402336" cy="402336"/>
          </a:xfrm>
          <a:prstGeom prst="ellipse">
            <a:avLst/>
          </a:prstGeom>
          <a:solidFill>
            <a:srgbClr val="3FAE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53796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3721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Vertex AI instead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86600" y="40782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BigQuery as the feature store and Vertex AI Model Registry for trained models  the other option the brief allowed.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5120640"/>
            <a:ext cx="402336" cy="402336"/>
          </a:xfrm>
          <a:prstGeom prst="ellipse">
            <a:avLst/>
          </a:prstGeom>
          <a:solidFill>
            <a:srgbClr val="3FAE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537960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5093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Actions, fully automated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086600" y="544982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feature collection and daily retraining, authenticated keylessly via Workload Identity Federation.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Stack: Data Collection &amp; Modeling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numbers come from, and how the forecast gets made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6" name="Image 0" descr="icons/w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74520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OpenWeather 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weather and pollutant concentrations for six cities, plus 30 days of real hourly historical data for training.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1" descr="icons/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0848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543800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2940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pipeline, training script, and application in the project is written in Python.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960120" y="452628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2" descr="icons/skle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46908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MODELS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874520" y="4800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Ridge Regression and Random Forest, trained per city and per forecast day, evaluated with RMSE, MAE, and R².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09360" y="4206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18"/>
          <p:cNvSpPr/>
          <p:nvPr/>
        </p:nvSpPr>
        <p:spPr>
          <a:xfrm>
            <a:off x="6629400" y="452628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4" name="Image 3" descr="icons/tensor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69087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543800" y="4800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TensorFlow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62940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custom neural network competes against the statistical models; predictions are combined by median for robustness.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Stack: Cloud, Serving &amp; Automation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data and models live, and what keeps everything running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6" name="Image 0" descr="icons/big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STORE &amp; REGISTRY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74520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Vertex AI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BigQuery holds the feature store; Vertex AI Model Registry holds every trained model, one entry per city.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1" descr="icons/githuba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0848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AUTOMATION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543800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2940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collection every hour, model retraining every day authenticated keylessly via Workload Identity Federation.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960120" y="452628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2" descr="icons/streaml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46908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874520" y="4800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interactive dashboard with city selection, SHAP explainability, and hazardous-AQI alerts, deployed on Cloud Run.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09360" y="4206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18"/>
          <p:cNvSpPr/>
          <p:nvPr/>
        </p:nvSpPr>
        <p:spPr>
          <a:xfrm>
            <a:off x="6629400" y="452628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4" name="Image 3" descr="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69087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543800" y="4800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62940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JSON API exposing the same forecasts programmatically, deployed as its own serverless Cloud Run service.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 Quality Index (AQI) prediction service — as defined in the project brief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331720" cy="960120"/>
          </a:xfrm>
          <a:prstGeom prst="cloud">
            <a:avLst/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&amp; Pollution 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554480"/>
            <a:ext cx="365760" cy="3657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6974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9F7EF"/>
          </a:solidFill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9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9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script · runs hourly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365760" cy="3657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AF1FE"/>
          </a:solidFill>
          <a:ln w="15875">
            <a:solidFill>
              <a:srgbClr val="3B6F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B6F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B6F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script · runs daily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66760" y="1554480"/>
            <a:ext cx="365760" cy="3657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8366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EAF1"/>
          </a:solidFill>
          <a:ln w="15875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932688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3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+ Flask · forecast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201400" y="1554480"/>
            <a:ext cx="365760" cy="3657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112014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72384" y="2318004"/>
            <a:ext cx="393192" cy="164592"/>
          </a:xfrm>
          <a:prstGeom prst="rightArrow">
            <a:avLst/>
          </a:prstGeom>
          <a:solidFill>
            <a:srgbClr val="C7CC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5907024" y="2318004"/>
            <a:ext cx="393192" cy="164592"/>
          </a:xfrm>
          <a:prstGeom prst="rightArrow">
            <a:avLst/>
          </a:prstGeom>
          <a:solidFill>
            <a:srgbClr val="C7CC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8741664" y="2318004"/>
            <a:ext cx="393192" cy="164592"/>
          </a:xfrm>
          <a:prstGeom prst="rightArrow">
            <a:avLst/>
          </a:prstGeom>
          <a:solidFill>
            <a:srgbClr val="C7CC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7" name="Image 0" descr="icons/github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84048" cy="38404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463040" y="38313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hourly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 flipV="1">
            <a:off x="1152144" y="3108960"/>
            <a:ext cx="3534156" cy="502920"/>
          </a:xfrm>
          <a:prstGeom prst="line">
            <a:avLst/>
          </a:prstGeom>
          <a:noFill/>
          <a:ln w="12700">
            <a:solidFill>
              <a:srgbClr val="C7CCD6"/>
            </a:solidFill>
            <a:prstDash val="dash"/>
            <a:tailEnd type="triangle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8"/>
          <p:cNvSpPr/>
          <p:nvPr/>
        </p:nvSpPr>
        <p:spPr>
          <a:xfrm>
            <a:off x="3429000" y="4160520"/>
            <a:ext cx="7315200" cy="868680"/>
          </a:xfrm>
          <a:prstGeom prst="can">
            <a:avLst/>
          </a:prstGeom>
          <a:solidFill>
            <a:srgbClr val="FFF6E9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3429000" y="4416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Store  &amp;  Model Registry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429000" y="4727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BigQuery  ·  Vertex AI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13148" y="3108960"/>
            <a:ext cx="146304" cy="1051560"/>
          </a:xfrm>
          <a:prstGeom prst="downArrow">
            <a:avLst/>
          </a:prstGeom>
          <a:solidFill>
            <a:srgbClr val="C7CC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4796028" y="33147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447788" y="3108960"/>
            <a:ext cx="146304" cy="1051560"/>
          </a:xfrm>
          <a:prstGeom prst="upArrow">
            <a:avLst/>
          </a:prstGeom>
          <a:solidFill>
            <a:srgbClr val="C7CC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630668" y="33147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10282428" y="3108960"/>
            <a:ext cx="146304" cy="1051560"/>
          </a:xfrm>
          <a:prstGeom prst="upArrow">
            <a:avLst/>
          </a:prstGeom>
          <a:solidFill>
            <a:srgbClr val="C7CC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6"/>
          <p:cNvSpPr/>
          <p:nvPr/>
        </p:nvSpPr>
        <p:spPr>
          <a:xfrm>
            <a:off x="10465308" y="33147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cities · 100% serverless — every component scales to zero and costs nothing when idle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Live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below is live right now, running unattended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34840"/>
          </a:xfrm>
          <a:prstGeom prst="roundRect">
            <a:avLst>
              <a:gd name="adj" fmla="val 206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links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6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aqi-predictor-dashboard-444682761540.asia-south1.run.app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20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525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D6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https://github.com/Naveedjokhio/10Pearls_aqi-predictor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4445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implemented: SHAP explainability, hazardous-AQI alerts, city ranking, forecast-confidence indicators, and a raw-data export.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7E9F0"/>
          </a:solidFill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5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results of Karachi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38360" y="2377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0" y="2377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1812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 Net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738360" y="2880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0" y="2880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38360" y="3383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515600" y="3383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1812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 Net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38360" y="3886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515600" y="3886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2834640"/>
            <a:ext cx="4846320" cy="0"/>
          </a:xfrm>
          <a:prstGeom prst="line">
            <a:avLst/>
          </a:prstGeom>
          <a:noFill/>
          <a:ln w="12700">
            <a:solidFill>
              <a:srgbClr val="D3D7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46520" y="4526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model families (Ridge, Random Forest, TensorFlow) are trained per city and per horizon; the median of their predictions is used for the final forecast, guarding against any single model's outliers.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654</Words>
  <Application>Microsoft Office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Naveed Ahmed Jokhio</cp:lastModifiedBy>
  <cp:revision>1</cp:revision>
  <dcterms:created xsi:type="dcterms:W3CDTF">2026-07-23T05:04:31Z</dcterms:created>
  <dcterms:modified xsi:type="dcterms:W3CDTF">2026-09-02T05:20:49Z</dcterms:modified>
</cp:coreProperties>
</file>